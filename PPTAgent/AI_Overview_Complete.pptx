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9" autoAdjust="0"/>
    <p:restoredTop sz="94660"/>
  </p:normalViewPr>
  <p:slideViewPr>
    <p:cSldViewPr snapToGrid="0">
      <p:cViewPr varScale="1">
        <p:scale>
          <a:sx n="125" d="100"/>
          <a:sy n="125" d="100"/>
        </p:scale>
        <p:origin x="5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9/23/25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9/23/25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9/23/25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9/23/25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7C8510CC-2D9C-4AE5-A4E9-0FE369EB3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06680"/>
            <a:ext cx="8596668" cy="1026160"/>
          </a:xfrm>
        </p:spPr>
        <p:txBody>
          <a:bodyPr anchor="ctr"/>
          <a:lstStyle>
            <a:lvl1pPr>
              <a:defRPr/>
            </a:lvl1pPr>
          </a:lstStyle>
          <a:p>
            <a:pPr>
              <a:defRPr/>
            </a:pPr>
            <a:r>
              <a:rPr lang="en-IN" dirty="0"/>
              <a:t>人工智能的伦理挑战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168F9-DBFD-422A-918C-F44607DF0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132840"/>
            <a:ext cx="8596668" cy="5382260"/>
          </a:xfrm>
        </p:spPr>
        <p:txBody>
          <a:bodyPr anchor="ctr">
            <a:noAutofit/>
          </a:bodyPr>
          <a:lstStyle>
            <a:lvl1pPr>
              <a:defRPr/>
            </a:lvl1pPr>
          </a:lstStyle>
          <a:p>
            <a:pPr marL="0" indent="0">
              <a:buNone/>
              <a:defRPr/>
            </a:pPr>
            <a:r>
              <a:rPr lang="en-IN" sz="24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数据偏见：训练数据的种族、性别、年龄偏见会被模型放大，导致不公正结果。</a:t>
            </a:r>
          </a:p>
          <a:p>
            <a:pPr>
              <a:defRPr/>
            </a:pPr>
            <a:r>
              <a:rPr lang="en-IN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黑匣问题：算法只给结果不给原因，医疗、金融等高风险场景无法审计。</a:t>
            </a:r>
          </a:p>
          <a:p>
            <a:pPr>
              <a:defRPr/>
            </a:pPr>
            <a:r>
              <a:rPr lang="en-IN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隐私泄露：大模型可能记忆并重复训练数据中的个人信息，违背最小化原则。</a:t>
            </a:r>
          </a:p>
          <a:p>
            <a:pPr>
              <a:defRPr/>
            </a:pPr>
            <a:r>
              <a:rPr lang="en-IN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就业替代：自动化将在制造、客服、运输等行业取代低技能岗位。</a:t>
            </a:r>
          </a:p>
          <a:p>
            <a:pPr>
              <a:defRPr/>
            </a:pPr>
            <a:r>
              <a:rPr lang="en-IN" sz="2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治理建议：强化法规、透明审计、多方参与，把伦理从事后检查变事前设计。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164</TotalTime>
  <Words>1550</Words>
  <Application>Microsoft Macintosh PowerPoint</Application>
  <PresentationFormat>宽屏</PresentationFormat>
  <Paragraphs>49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Arial</vt:lpstr>
      <vt:lpstr>Arial Rounded MT Bold</vt:lpstr>
      <vt:lpstr>Trebuchet MS</vt:lpstr>
      <vt:lpstr>Wingdings 3</vt:lpstr>
      <vt:lpstr>Facet</vt:lpstr>
      <vt:lpstr>Tourism &amp; Culture:</vt:lpstr>
      <vt:lpstr>What is culture?</vt:lpstr>
      <vt:lpstr>What is Tourism?</vt:lpstr>
      <vt:lpstr>What do we mean by Cultural Tourism?</vt:lpstr>
      <vt:lpstr>Bhubaneswar – The Temple City of India</vt:lpstr>
      <vt:lpstr>The Tangible – The Hindu Temple</vt:lpstr>
      <vt:lpstr>PowerPoint 演示文稿</vt:lpstr>
      <vt:lpstr>The Mukteswara Temple – Early Orissan style</vt:lpstr>
      <vt:lpstr>The Lingaraj Temple – Later Orissan Style (Pancharatha plan)</vt:lpstr>
      <vt:lpstr>The Intangible – Indian Classical Dance ODISSI of ODISHA</vt:lpstr>
      <vt:lpstr>PowerPoint 演示文稿</vt:lpstr>
      <vt:lpstr>The Connecting Link</vt:lpstr>
      <vt:lpstr>ODISSI DANCER – A Global Ambassador of cultural heritage of Odisha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Tourism &amp; Culture</dc:title>
  <dc:creator>Ayona Bhaduri</dc:creator>
  <cp:lastModifiedBy>Zheng Hao</cp:lastModifiedBy>
  <cp:revision>25</cp:revision>
  <dcterms:created xsi:type="dcterms:W3CDTF">2018-03-15T13:52:44Z</dcterms:created>
  <dcterms:modified xsi:type="dcterms:W3CDTF">2025-09-23T09:39:57Z</dcterms:modified>
</cp:coreProperties>
</file>