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EBAD408D-CD41-468D-B127-3485E79E9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大学生心理健康教育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F6AD7-357B-4E96-B74A-2D5F03226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412707"/>
          </a:xfrm>
        </p:spPr>
        <p:txBody>
          <a:bodyPr anchor="ctr">
            <a:norm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关注大学生心理健康，促进全面发展与健康成长</a:t>
            </a:r>
          </a:p>
          <a:p>
            <a:pPr>
              <a:defRPr/>
            </a:pPr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心理健康教育中心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大学生心理健康概述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• 心理健康是大学生全面发展的基础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大学生面临学业、人际关系、职业规划等多重压力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心理发展处于成熟期但未完全成熟阶段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需要建立正确的心理健康意识和自我调适能力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心理健康教育是高校人才培养的重要组成部分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常见心理问题及应对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• 环境适应问题：新生入学适应困难，需建立支持系统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情绪管理问题：情绪波动大，需学习情绪调节技巧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人际关系困扰：沟通技巧不足，需培养社交能力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学习压力问题：学习方法不当，需制定合理学习计划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职业规划困惑：对未来迷茫，需进行职业探索和规划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1550</Words>
  <Application>Microsoft Macintosh PowerPoint</Application>
  <PresentationFormat>宽屏</PresentationFormat>
  <Paragraphs>49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Trebuchet MS</vt:lpstr>
      <vt:lpstr>Wingdings 3</vt:lpstr>
      <vt:lpstr>Facet</vt:lpstr>
      <vt:lpstr>Tourism &amp; Culture:</vt:lpstr>
      <vt:lpstr>What is culture?</vt:lpstr>
      <vt:lpstr>What is Tourism?</vt:lpstr>
      <vt:lpstr>What do we mean by Cultural Tourism?</vt:lpstr>
      <vt:lpstr>Bhubaneswar – The Temple City of India</vt:lpstr>
      <vt:lpstr>The Tangible – The Hindu Temple</vt:lpstr>
      <vt:lpstr>PowerPoint 演示文稿</vt:lpstr>
      <vt:lpstr>The Mukteswara Temple – Early Orissan style</vt:lpstr>
      <vt:lpstr>The Lingaraj Temple – Later Orissan Style (Pancharatha plan)</vt:lpstr>
      <vt:lpstr>The Intangible – Indian Classical Dance ODISSI of ODISHA</vt:lpstr>
      <vt:lpstr>PowerPoint 演示文稿</vt:lpstr>
      <vt:lpstr>The Connecting Link</vt:lpstr>
      <vt:lpstr>ODISSI DANCER – A Global Ambassador of cultural heritage of Odisha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&amp; Culture</dc:title>
  <dc:creator>Ayona Bhaduri</dc:creator>
  <cp:lastModifiedBy>Zheng Hao</cp:lastModifiedBy>
  <cp:revision>25</cp:revision>
  <dcterms:created xsi:type="dcterms:W3CDTF">2018-03-15T13:52:44Z</dcterms:created>
  <dcterms:modified xsi:type="dcterms:W3CDTF">2025-09-23T09:39:57Z</dcterms:modified>
</cp:coreProperties>
</file>