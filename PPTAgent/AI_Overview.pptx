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408D-CD41-468D-B127-3485E79E9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人工智能概览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F6AD7-357B-4E96-B74A-2D5F03226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412707"/>
          </a:xfrm>
        </p:spPr>
        <p:txBody>
          <a:bodyPr anchor="ctr">
            <a:norm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探索AI的核心概念、技术与未来趋势</a:t>
            </a:r>
          </a:p>
          <a:p>
            <a:pPr>
              <a:defRPr/>
            </a:pPr>
            <a:endParaRPr lang="en-IN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10CC-2D9C-4AE5-A4E9-0FE369EB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680"/>
            <a:ext cx="8596668" cy="1026160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人工智能核心要点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168F9-DBFD-422A-918C-F44607DF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2840"/>
            <a:ext cx="8596668" cy="5382260"/>
          </a:xfrm>
        </p:spPr>
        <p:txBody>
          <a:bodyPr anchor="ctr">
            <a:noAutofit/>
          </a:bodyPr>
          <a:lstStyle>
            <a:lvl1pPr>
              <a:defRPr/>
            </a:lvl1pPr>
          </a:lstStyle>
          <a:p>
            <a:pPr marL="0" indent="0">
              <a:buNone/>
              <a:defRPr/>
            </a:pPr>
            <a:r>
              <a:rPr lang="en-IN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定义：让机器模拟人类智能，完成感知、推理、学习与决策。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机器学习：用数据训练模型，实现预测与分类。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深度学习：多层神经网络自动提取特征，驱动语音、视觉突破。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应用场景：智能客服、自动驾驶、医疗影像、推荐系统。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未来趋势：多模态大模型、边缘 AI、伦理治理与法规并行。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454C-6FC6-4B5C-B18B-9892AFD67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501" y="197323"/>
            <a:ext cx="5543479" cy="1320800"/>
          </a:xfrm>
        </p:spPr>
        <p:txBody>
          <a:bodyPr anchor="ctr">
            <a:normAutofit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en-IN" sz="4000" dirty="0"/>
              <a:t>核心技术：机器学习与深度学习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72D77-1959-4D13-8780-B9A7241F1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240" y="1801372"/>
            <a:ext cx="4544839" cy="5056628"/>
          </a:xfrm>
        </p:spPr>
        <p:txBody>
          <a:bodyPr anchor="ctr">
            <a:normAutofit lnSpcReduction="10000"/>
          </a:bodyPr>
          <a:lstStyle>
            <a:lvl1pPr>
              <a:defRPr/>
            </a:lvl1pPr>
          </a:lstStyle>
          <a:p>
            <a:pPr>
              <a:defRPr/>
            </a:pPr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机器学习：通过数据训练模型，使计算机具备预测与分类能力，是AI商业落地的首要驱动力。</a:t>
            </a:r>
          </a:p>
          <a:p>
            <a:pPr>
              <a:defRPr/>
            </a:pPr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深度学习：利用多层神经网络自动提取特征，在语音、视觉、自然语言处理取得突破性进展。</a:t>
            </a:r>
          </a:p>
          <a:p>
            <a:pPr>
              <a:defRPr/>
            </a:pPr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数据驱动：海量标注数据+高性能GPU，让模型精度随规模提升，实现“大数据+大算力”闭环。</a:t>
            </a:r>
          </a:p>
          <a:p>
            <a:pPr>
              <a:defRPr/>
            </a:pPr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算法创新：Transformer、强化学习、生成对抗网络等不断刷新SOTA，催生大模型时代。</a:t>
            </a:r>
          </a:p>
          <a:p>
            <a:pPr>
              <a:defRPr/>
            </a:pPr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开源生态：TensorFlow、PyTorch等框架降低门槛，全球开发者共享模型与经验，加速技术普及。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91209-5CB7-4812-9BBB-72647D41A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226"/>
            <a:ext cx="8596668" cy="1320800"/>
          </a:xfrm>
        </p:spPr>
        <p:txBody>
          <a:bodyPr anchor="ctr"/>
          <a:lstStyle>
            <a:lvl1pPr>
              <a:defRPr/>
            </a:lvl1pPr>
          </a:lstStyle>
          <a:p>
            <a:pPr algn="ctr">
              <a:defRPr/>
            </a:pPr>
            <a:r>
              <a:rPr lang="en-IN" dirty="0"/>
              <a:t>人工智能趋势与展望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6AE32-ADA0-4731-B34E-91836FE7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3027"/>
            <a:ext cx="8596668" cy="1766478"/>
          </a:xfrm>
        </p:spPr>
        <p:txBody>
          <a:bodyPr anchor="ctr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AI 正以日新月异的速度涌入且深度融合到行业核心环节：从消费级语音助手到企业级自动化流程，技术与场景相互储能。未来五年，多模态大模型将进一步降低开发门槛，边缘 AI 使实时推理走进工厂车间，伦理法规与洁净训练保障技术可可靠可控。我们应把握机遇，积极学习 AI 工具，在人机协作中創造更大價值。</a:t>
            </a:r>
          </a:p>
          <a:p>
            <a:pPr marL="0" indent="0">
              <a:buNone/>
            </a:pP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</TotalTime>
  <Words>139</Words>
  <Application>Microsoft Office PowerPoint</Application>
  <PresentationFormat>宽屏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人工智能概览</vt:lpstr>
      <vt:lpstr>人工智能核心要点</vt:lpstr>
      <vt:lpstr>核心技术：机器学习与深度学习</vt:lpstr>
      <vt:lpstr>人工智能趋势与展望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&amp; Culture</dc:title>
  <dc:creator>Ayona Bhaduri</dc:creator>
  <cp:lastModifiedBy>wr</cp:lastModifiedBy>
  <cp:revision>26</cp:revision>
  <dcterms:created xsi:type="dcterms:W3CDTF">2018-03-15T13:52:44Z</dcterms:created>
  <dcterms:modified xsi:type="dcterms:W3CDTF">2025-09-29T00:37:55Z</dcterms:modified>
</cp:coreProperties>
</file>