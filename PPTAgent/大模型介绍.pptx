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C8510CC-2D9C-4AE5-A4E9-0FE369EB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680"/>
            <a:ext cx="8596668" cy="1026160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大模型技术介绍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168F9-DBFD-422A-918C-F44607DF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2840"/>
            <a:ext cx="8596668" cy="5382260"/>
          </a:xfrm>
        </p:spPr>
        <p:txBody>
          <a:bodyPr anchor="ctr">
            <a:noAutofit/>
          </a:bodyPr>
          <a:lstStyle>
            <a:lvl1pPr>
              <a:defRPr/>
            </a:lvl1pPr>
          </a:lstStyle>
          <a:p>
            <a:pPr marL="0" indent="0">
              <a:buNone/>
              <a:defRPr/>
            </a:pPr>
            <a:r>
              <a:rPr lang="en-IN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• 大模型定义：基于海量数据训练的深度学习模型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核心技术：Transformer架构，注意力机制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应用领域：自然语言处理、计算机视觉、多模态AI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代表模型：GPT系列、BERT、T5、CLIP等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发展趋势：模型规模持续扩大，能力不断增强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C8510CC-2D9C-4AE5-A4E9-0FE369EB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680"/>
            <a:ext cx="8596668" cy="1026160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大模型：AI 的新引擎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168F9-DBFD-422A-918C-F44607DF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2840"/>
            <a:ext cx="8596668" cy="5382260"/>
          </a:xfrm>
        </p:spPr>
        <p:txBody>
          <a:bodyPr anchor="ctr">
            <a:noAutofit/>
          </a:bodyPr>
          <a:lstStyle>
            <a:lvl1pPr>
              <a:defRPr/>
            </a:lvl1pPr>
          </a:lstStyle>
          <a:p>
            <a:pPr marL="0" indent="0">
              <a:buNone/>
              <a:defRPr/>
            </a:pPr>
            <a:r>
              <a:rPr lang="en-IN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定义：基于海量数据与参数训练而成的基础模型，具备强大泛化与生成能力。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C8510CC-2D9C-4AE5-A4E9-0FE369EB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680"/>
            <a:ext cx="8596668" cy="1026160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大模型介绍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168F9-DBFD-422A-918C-F44607DF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2840"/>
            <a:ext cx="8596668" cy="5382260"/>
          </a:xfrm>
        </p:spPr>
        <p:txBody>
          <a:bodyPr anchor="ctr">
            <a:noAutofit/>
          </a:bodyPr>
          <a:lstStyle>
            <a:lvl1pPr>
              <a:defRPr/>
            </a:lvl1pPr>
          </a:lstStyle>
          <a:p>
            <a:pPr marL="0" indent="0">
              <a:buNone/>
              <a:defRPr/>
            </a:pPr>
            <a:r>
              <a:rPr lang="en-IN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大模型是指具有大规模参数和训练数据的深度学习模型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代表性大模型包括GPT、BERT、LLaMA等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大模型具有强大的自然语言理解和生成能力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应用领域包括文本创作、问答系统、代码生成等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大模型正在推动人工智能技术的快速发展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</TotalTime>
  <Words>1550</Words>
  <Application>Microsoft Macintosh PowerPoint</Application>
  <PresentationFormat>宽屏</PresentationFormat>
  <Paragraphs>49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Trebuchet MS</vt:lpstr>
      <vt:lpstr>Wingdings 3</vt:lpstr>
      <vt:lpstr>Facet</vt:lpstr>
      <vt:lpstr>Tourism &amp; Culture:</vt:lpstr>
      <vt:lpstr>What is culture?</vt:lpstr>
      <vt:lpstr>What is Tourism?</vt:lpstr>
      <vt:lpstr>What do we mean by Cultural Tourism?</vt:lpstr>
      <vt:lpstr>Bhubaneswar – The Temple City of India</vt:lpstr>
      <vt:lpstr>The Tangible – The Hindu Temple</vt:lpstr>
      <vt:lpstr>PowerPoint 演示文稿</vt:lpstr>
      <vt:lpstr>The Mukteswara Temple – Early Orissan style</vt:lpstr>
      <vt:lpstr>The Lingaraj Temple – Later Orissan Style (Pancharatha plan)</vt:lpstr>
      <vt:lpstr>The Intangible – Indian Classical Dance ODISSI of ODISHA</vt:lpstr>
      <vt:lpstr>PowerPoint 演示文稿</vt:lpstr>
      <vt:lpstr>The Connecting Link</vt:lpstr>
      <vt:lpstr>ODISSI DANCER – A Global Ambassador of cultural heritage of Odisha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&amp; Culture</dc:title>
  <dc:creator>Ayona Bhaduri</dc:creator>
  <cp:lastModifiedBy>Zheng Hao</cp:lastModifiedBy>
  <cp:revision>25</cp:revision>
  <dcterms:created xsi:type="dcterms:W3CDTF">2018-03-15T13:52:44Z</dcterms:created>
  <dcterms:modified xsi:type="dcterms:W3CDTF">2025-09-23T09:39:57Z</dcterms:modified>
</cp:coreProperties>
</file>