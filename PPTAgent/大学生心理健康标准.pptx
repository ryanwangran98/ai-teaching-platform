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大学生心理健康标准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智力正常：大学生进行正常学习、生活的最基本心理条件，对学习有浓厚兴趣，求知欲望强烈，能克服学习困难，保持学习效率。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情绪健康：能经常保持愉快、开朗、乐观的心境，对生活和未来充满希望，能主动调节情绪，喜不狂、忧不绝、胜不骄、败不馁。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意志健全：在行动的自觉性、果断性、顽强性和自制力方面表现较高水平，面对困难冷静果断，能合理应对各种挑战。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人格完整：人格各要素完整统一、平衡发展，所思所想所行协调一致，具有积极进取的人生观。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人际关系和谐：乐于与人交往，用尊重、信任、友爱、宽容的态度与人相处，能获得他人信任，团结协作。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1550</Words>
  <Application>Microsoft Macintosh PowerPoint</Application>
  <PresentationFormat>宽屏</PresentationFormat>
  <Paragraphs>49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Trebuchet MS</vt:lpstr>
      <vt:lpstr>Wingdings 3</vt:lpstr>
      <vt:lpstr>Facet</vt:lpstr>
      <vt:lpstr>Tourism &amp; Culture:</vt:lpstr>
      <vt:lpstr>What is culture?</vt:lpstr>
      <vt:lpstr>What is Tourism?</vt:lpstr>
      <vt:lpstr>What do we mean by Cultural Tourism?</vt:lpstr>
      <vt:lpstr>Bhubaneswar – The Temple City of India</vt:lpstr>
      <vt:lpstr>The Tangible – The Hindu Temple</vt:lpstr>
      <vt:lpstr>PowerPoint 演示文稿</vt:lpstr>
      <vt:lpstr>The Mukteswara Temple – Early Orissan style</vt:lpstr>
      <vt:lpstr>The Lingaraj Temple – Later Orissan Style (Pancharatha plan)</vt:lpstr>
      <vt:lpstr>The Intangible – Indian Classical Dance ODISSI of ODISHA</vt:lpstr>
      <vt:lpstr>PowerPoint 演示文稿</vt:lpstr>
      <vt:lpstr>The Connecting Link</vt:lpstr>
      <vt:lpstr>ODISSI DANCER – A Global Ambassador of cultural heritage of Odisha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&amp; Culture</dc:title>
  <dc:creator>Ayona Bhaduri</dc:creator>
  <cp:lastModifiedBy>Zheng Hao</cp:lastModifiedBy>
  <cp:revision>25</cp:revision>
  <dcterms:created xsi:type="dcterms:W3CDTF">2018-03-15T13:52:44Z</dcterms:created>
  <dcterms:modified xsi:type="dcterms:W3CDTF">2025-09-23T09:39:57Z</dcterms:modified>
</cp:coreProperties>
</file>